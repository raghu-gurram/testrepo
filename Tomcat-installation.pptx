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9" roundtripDataSignature="AMtx7mixQUHwWxy9eTCjMPD0gpeNOwVV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5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35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35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9"/>
          <p:cNvSpPr txBox="1"/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" type="body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39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39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2" type="body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" type="body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41"/>
          <p:cNvSpPr txBox="1"/>
          <p:nvPr>
            <p:ph idx="2" type="body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3" type="body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41"/>
          <p:cNvSpPr txBox="1"/>
          <p:nvPr>
            <p:ph idx="4" type="body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2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2"/>
          <p:cNvSpPr txBox="1"/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2"/>
          <p:cNvSpPr txBox="1"/>
          <p:nvPr>
            <p:ph idx="1" type="body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2" type="body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42"/>
          <p:cNvSpPr txBox="1"/>
          <p:nvPr>
            <p:ph idx="10" type="dt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1" type="ftr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3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3"/>
          <p:cNvSpPr txBox="1"/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43"/>
          <p:cNvPicPr preferRelativeResize="0"/>
          <p:nvPr>
            <p:ph idx="2" type="pic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43"/>
          <p:cNvSpPr txBox="1"/>
          <p:nvPr>
            <p:ph idx="1" type="body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43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4"/>
          <p:cNvSpPr txBox="1"/>
          <p:nvPr>
            <p:ph idx="1" type="body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44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4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5"/>
          <p:cNvSpPr txBox="1"/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5"/>
          <p:cNvSpPr txBox="1"/>
          <p:nvPr>
            <p:ph idx="1" type="body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45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5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34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3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34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34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lang="en-US"/>
              <a:t>TOMCAT INSTALLATION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CONFIGURATION IN ECLIPSE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822960" y="286605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Download the tomcat from the first link as shown</a:t>
            </a:r>
            <a:endParaRPr sz="2800"/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85664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822960" y="286605"/>
            <a:ext cx="7543800" cy="702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 sz="2800"/>
              <a:t>Click on the following link 64-bit windows zip to download the zip file</a:t>
            </a:r>
            <a:endParaRPr sz="2800"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59" y="12192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52400" y="240133"/>
            <a:ext cx="88392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We can view the downloaded file from Downloads folder as shown</a:t>
            </a:r>
            <a:endParaRPr sz="2800"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57036" l="0" r="0" t="0"/>
          <a:stretch/>
        </p:blipFill>
        <p:spPr>
          <a:xfrm>
            <a:off x="26709" y="1219200"/>
            <a:ext cx="9144000" cy="342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 b="42593" l="0" r="0" t="0"/>
          <a:stretch/>
        </p:blipFill>
        <p:spPr>
          <a:xfrm>
            <a:off x="0" y="857250"/>
            <a:ext cx="9144000" cy="53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52400" y="77054"/>
            <a:ext cx="88392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Unzip the downloaded file into the path shown</a:t>
            </a:r>
            <a:endParaRPr b="0" i="0" sz="2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92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152400" y="240133"/>
            <a:ext cx="88392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Go to the bin folder and click on startup as shown to start the Tomcat server</a:t>
            </a:r>
            <a:endParaRPr b="0" i="0" sz="2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784" y="1295400"/>
            <a:ext cx="9118862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/>
        </p:nvSpPr>
        <p:spPr>
          <a:xfrm>
            <a:off x="152400" y="286605"/>
            <a:ext cx="88392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After starting the server, do not close the cmd, If we click on localhost:8081, the Tomcat page will be displayed as followed</a:t>
            </a:r>
            <a:endParaRPr b="0" i="0" sz="2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To install Tomcat server into eclipse</a:t>
            </a:r>
            <a:endParaRPr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18313"/>
            <a:ext cx="8666871" cy="4741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Before installing server into eclipse, we need to add Java EE to the eclipse IDE</a:t>
            </a:r>
            <a:endParaRPr/>
          </a:p>
        </p:txBody>
      </p:sp>
      <p:pic>
        <p:nvPicPr>
          <p:cNvPr id="153" name="Google Shape;15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46263"/>
            <a:ext cx="9067799" cy="4478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Click on the drop down menu in Work with and select the following from the list</a:t>
            </a:r>
            <a:endParaRPr/>
          </a:p>
        </p:txBody>
      </p:sp>
      <p:pic>
        <p:nvPicPr>
          <p:cNvPr id="159" name="Google Shape;15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28800"/>
            <a:ext cx="91440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76200" y="286604"/>
            <a:ext cx="89916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Check the Web,XML,JAVA EE box to install the latest software into eclipse in order to execute the dynamic web projects, maven web projects. Etc.</a:t>
            </a:r>
            <a:endParaRPr/>
          </a:p>
        </p:txBody>
      </p:sp>
      <p:pic>
        <p:nvPicPr>
          <p:cNvPr id="165" name="Google Shape;16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28800"/>
            <a:ext cx="9067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Since we develop only Maven web project in DevOps, we can only check the shown two and click on next</a:t>
            </a:r>
            <a:endParaRPr/>
          </a:p>
        </p:txBody>
      </p:sp>
      <p:pic>
        <p:nvPicPr>
          <p:cNvPr id="171" name="Google Shape;17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28800"/>
            <a:ext cx="9067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Here enable the JST Adapter and JST server adapter</a:t>
            </a:r>
            <a:endParaRPr/>
          </a:p>
        </p:txBody>
      </p:sp>
      <p:pic>
        <p:nvPicPr>
          <p:cNvPr id="177" name="Google Shape;177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28800"/>
            <a:ext cx="89916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Install them </a:t>
            </a:r>
            <a:endParaRPr/>
          </a:p>
        </p:txBody>
      </p:sp>
      <p:pic>
        <p:nvPicPr>
          <p:cNvPr id="183" name="Google Shape;18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28800"/>
            <a:ext cx="89916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Click on -&gt; Next</a:t>
            </a:r>
            <a:endParaRPr/>
          </a:p>
        </p:txBody>
      </p:sp>
      <p:pic>
        <p:nvPicPr>
          <p:cNvPr id="189" name="Google Shape;18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46263"/>
            <a:ext cx="8991600" cy="4402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>
            <p:ph type="title"/>
          </p:nvPr>
        </p:nvSpPr>
        <p:spPr>
          <a:xfrm>
            <a:off x="800100" y="263633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Select on -&gt; I agree </a:t>
            </a:r>
            <a:endParaRPr/>
          </a:p>
        </p:txBody>
      </p:sp>
      <p:pic>
        <p:nvPicPr>
          <p:cNvPr id="195" name="Google Shape;195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28800"/>
            <a:ext cx="89154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6800"/>
            <a:ext cx="9144000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800100" y="263633"/>
            <a:ext cx="7543800" cy="498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Select on -&gt; I accept -&gt; Finish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Restart the eclipse IDE</a:t>
            </a:r>
            <a:endParaRPr/>
          </a:p>
        </p:txBody>
      </p:sp>
      <p:pic>
        <p:nvPicPr>
          <p:cNvPr id="207" name="Google Shape;20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46263"/>
            <a:ext cx="8915399" cy="4478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After the shown installation, check whether server is available in eclipse as shown</a:t>
            </a:r>
            <a:endParaRPr/>
          </a:p>
        </p:txBody>
      </p:sp>
      <p:pic>
        <p:nvPicPr>
          <p:cNvPr id="213" name="Google Shape;213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46263"/>
            <a:ext cx="8915399" cy="4402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In Show View, we can now see Servers</a:t>
            </a:r>
            <a:endParaRPr/>
          </a:p>
        </p:txBody>
      </p:sp>
      <p:pic>
        <p:nvPicPr>
          <p:cNvPr id="219" name="Google Shape;21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46263"/>
            <a:ext cx="9067799" cy="4478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Click on Apache folder</a:t>
            </a:r>
            <a:endParaRPr/>
          </a:p>
        </p:txBody>
      </p:sp>
      <p:pic>
        <p:nvPicPr>
          <p:cNvPr id="225" name="Google Shape;225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28800"/>
            <a:ext cx="89154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Browse the Tomcat folder available in your local system as shown</a:t>
            </a:r>
            <a:endParaRPr/>
          </a:p>
        </p:txBody>
      </p:sp>
      <p:pic>
        <p:nvPicPr>
          <p:cNvPr id="231" name="Google Shape;231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46263"/>
            <a:ext cx="8991599" cy="4402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Select Tomcat V 9 as shown</a:t>
            </a:r>
            <a:endParaRPr/>
          </a:p>
        </p:txBody>
      </p:sp>
      <p:pic>
        <p:nvPicPr>
          <p:cNvPr id="237" name="Google Shape;237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791565"/>
            <a:ext cx="8915400" cy="445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From now on we can start Tomcat server from Eclipse IDE as shown</a:t>
            </a:r>
            <a:endParaRPr/>
          </a:p>
        </p:txBody>
      </p:sp>
      <p:pic>
        <p:nvPicPr>
          <p:cNvPr id="243" name="Google Shape;24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28800"/>
            <a:ext cx="89154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/>
        </p:nvSpPr>
        <p:spPr>
          <a:xfrm>
            <a:off x="762000" y="2286000"/>
            <a:ext cx="18517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click on it </a:t>
            </a:r>
            <a:endParaRPr/>
          </a:p>
        </p:txBody>
      </p:sp>
      <p:sp>
        <p:nvSpPr>
          <p:cNvPr id="249" name="Google Shape;249;p25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We can now see that the server is started</a:t>
            </a:r>
            <a:endParaRPr/>
          </a:p>
        </p:txBody>
      </p:sp>
      <p:pic>
        <p:nvPicPr>
          <p:cNvPr id="250" name="Google Shape;250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46263"/>
            <a:ext cx="8915399" cy="4402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26"/>
          <p:cNvCxnSpPr/>
          <p:nvPr/>
        </p:nvCxnSpPr>
        <p:spPr>
          <a:xfrm flipH="1">
            <a:off x="762000" y="3276600"/>
            <a:ext cx="609600" cy="381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6" name="Google Shape;256;p2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The next step is to change the port number of the Tomcat as Jenkins uses 8080, as shown</a:t>
            </a:r>
            <a:endParaRPr/>
          </a:p>
        </p:txBody>
      </p:sp>
      <p:pic>
        <p:nvPicPr>
          <p:cNvPr id="257" name="Google Shape;257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28800"/>
            <a:ext cx="9067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27"/>
          <p:cNvCxnSpPr/>
          <p:nvPr/>
        </p:nvCxnSpPr>
        <p:spPr>
          <a:xfrm>
            <a:off x="3276600" y="3687417"/>
            <a:ext cx="762000" cy="351183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3" name="Google Shape;263;p27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In server locations make sure second option is selected</a:t>
            </a:r>
            <a:endParaRPr/>
          </a:p>
        </p:txBody>
      </p:sp>
      <p:pic>
        <p:nvPicPr>
          <p:cNvPr id="264" name="Google Shape;264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46263"/>
            <a:ext cx="8915399" cy="4478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/>
        </p:nvSpPr>
        <p:spPr>
          <a:xfrm>
            <a:off x="76200" y="1066800"/>
            <a:ext cx="9621386" cy="3709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&lt;role rolename="admin-gui,manager-gui ,manager-script,manager-jmx,manager-status"/&gt;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&lt;user username=“admin" password="1234"roles="manager-gui, admin-gui ,manager-script"/&gt;</a:t>
            </a:r>
            <a:endParaRPr/>
          </a:p>
        </p:txBody>
      </p:sp>
      <p:sp>
        <p:nvSpPr>
          <p:cNvPr id="270" name="Google Shape;270;p28"/>
          <p:cNvSpPr txBox="1"/>
          <p:nvPr/>
        </p:nvSpPr>
        <p:spPr>
          <a:xfrm>
            <a:off x="457200" y="0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Copy the following text in the location shown in the below slides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30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9"/>
          <p:cNvSpPr txBox="1"/>
          <p:nvPr/>
        </p:nvSpPr>
        <p:spPr>
          <a:xfrm>
            <a:off x="457200" y="0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Open the tomcat-users.xml file as show, and add the highlighted text in the last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/>
          <p:nvPr>
            <p:ph type="title"/>
          </p:nvPr>
        </p:nvSpPr>
        <p:spPr>
          <a:xfrm>
            <a:off x="800100" y="263633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After the changes, click on save</a:t>
            </a:r>
            <a:endParaRPr/>
          </a:p>
        </p:txBody>
      </p:sp>
      <p:pic>
        <p:nvPicPr>
          <p:cNvPr id="282" name="Google Shape;282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46263"/>
            <a:ext cx="9067799" cy="4478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Now restart the server</a:t>
            </a:r>
            <a:endParaRPr/>
          </a:p>
        </p:txBody>
      </p:sp>
      <p:pic>
        <p:nvPicPr>
          <p:cNvPr id="288" name="Google Shape;288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28800"/>
            <a:ext cx="89916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The server gets restarted as shown</a:t>
            </a:r>
            <a:endParaRPr/>
          </a:p>
        </p:txBody>
      </p:sp>
      <p:pic>
        <p:nvPicPr>
          <p:cNvPr id="294" name="Google Shape;294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28800"/>
            <a:ext cx="89154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We can see the Tomcat is successfully running on the new port number</a:t>
            </a:r>
            <a:endParaRPr/>
          </a:p>
        </p:txBody>
      </p:sp>
      <p:pic>
        <p:nvPicPr>
          <p:cNvPr id="300" name="Google Shape;300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28800"/>
            <a:ext cx="9067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RITVIK</dc:creator>
</cp:coreProperties>
</file>